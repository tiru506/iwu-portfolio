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2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539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8962-33EC-517C-3380-2B2363F7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89D33-CA33-9F12-FD50-0FA7A905F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D9E7B-EC86-E8B0-E59E-DE9CD67D3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DF757-1767-0F9D-723E-34F82EC56A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itpress.mit.edu/9780262035613/deep-learnin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edium.com/@prashmi.06/machine-learning-yearning-by-andrew-ng-review-ba62d4afdca9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Deep Learning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11480" y="42062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B: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Basana</a:t>
            </a: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Khadka  |  Harathi Katta  |  Sahithi Chandana Kommineni  |  Tirumala Raju Killamsetti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Aaquil Khan  |  Raj Kiran Katru  |  Udayasree Kotapati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 and Deep Learning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73352"/>
            <a:ext cx="786384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84708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 Learning works in Ride Sharing Apps?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786384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50545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50545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Deep Learning works in Netflix Recommendations?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2990088"/>
            <a:ext cx="786384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16382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163824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DL Example — Social Media Vetting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648456"/>
            <a:ext cx="786384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82219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8221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 &amp; Deep Learning?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755648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258568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13055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actually learns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724912"/>
            <a:ext cx="832104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3438144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310128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3941064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813048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"deep" actually means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 Learning Works in Ride Sharing Apps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Uber Price Surge Prediction  —  Algorithm: Gradient Boosting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uses variables such as: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64792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ride requests (demand)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203704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08483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available drivers (supply)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42616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523744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 (peak hours)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081528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962656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 (rain, events)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520440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401568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(busy areas vs normal areas)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vs DL — Suitability for Ride Sharing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ML is suitable over DL: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545336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structured/tabular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020824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496312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with relatively less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8288" cy="32004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Learning is NOT suitable: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4264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does not involve: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1892808"/>
            <a:ext cx="45720" cy="18288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179222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2295144"/>
            <a:ext cx="45720" cy="18288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65776" y="21945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2697480"/>
            <a:ext cx="45720" cy="18288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25968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sequences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0632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requires: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3529584"/>
            <a:ext cx="45720" cy="18288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65776" y="342900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3931920"/>
            <a:ext cx="45720" cy="18288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65776" y="383133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computational power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Deep Learning Powers Netflix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16736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tells it what to look for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709928"/>
            <a:ext cx="8138160" cy="1828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975104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in layers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368296"/>
            <a:ext cx="8138160" cy="1828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633472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50545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a personal taste model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026664"/>
            <a:ext cx="8138160" cy="1828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3291840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1638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picks up on context, not just history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685032"/>
            <a:ext cx="8138160" cy="1828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950208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82219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patterns humans never thought to look for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Learning Wins at Netflix Scale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16736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are too complex for a checklist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709928"/>
            <a:ext cx="8138160" cy="1828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975104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massive — DL thrives here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368296"/>
            <a:ext cx="8138160" cy="1828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633472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50545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taste doesn't fit neat categories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026664"/>
            <a:ext cx="8138160" cy="1828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3291840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1638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changes everything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685032"/>
            <a:ext cx="8138160" cy="1828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950208"/>
            <a:ext cx="54864" cy="2011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82219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updates itself — ML needs manual work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DL Example — Social Media Vetting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involves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vetting covers public profile scanning, identity identification &amp; disclosure, and screening &amp; analysis of publicly available content.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199339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behavioral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30428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 NLP and ML models trained to detect behavioral indicators like harassment or violent language — this is the ML side, working from defined patterns.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2962656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 models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27355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scans for inappropriate photos or violent imagery. Convolutional Neural Networks (CNNs) handle this — the DL side, learning from raw image data without being told what to look for.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93192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242816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public content is reviewed. Private messages and login credentials are never accessed — the AI works within what is openly visible.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98032"/>
            <a:ext cx="45720" cy="6583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98830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 →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35406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simple, structured data — less data, less computing power, faster but lower accuracy.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6720" y="2026148"/>
            <a:ext cx="45720" cy="6583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9600" y="19164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 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22821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complex, unstructured data — more data, high computing power, slower but higher accuracy.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2983" y="2963408"/>
            <a:ext cx="45720" cy="6583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9600" y="300912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simple and fast, while DL is powerful for complex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tool for the right job leads to the best results.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79145C5-F84C-21F6-3858-A4FB3E3C0A14}"/>
              </a:ext>
            </a:extLst>
          </p:cNvPr>
          <p:cNvSpPr/>
          <p:nvPr/>
        </p:nvSpPr>
        <p:spPr>
          <a:xfrm>
            <a:off x="434340" y="3819061"/>
            <a:ext cx="45720" cy="6583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0F65623-A6EC-A388-FBEA-A2B8F8879C57}"/>
              </a:ext>
            </a:extLst>
          </p:cNvPr>
          <p:cNvSpPr/>
          <p:nvPr/>
        </p:nvSpPr>
        <p:spPr>
          <a:xfrm>
            <a:off x="609600" y="418870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AI Tool Claude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I., Bengio, Y., &amp; Courville, A. (2016). Deep learning. MIT Press.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https://mitpress.mit.edu/9780262035613/deep-learning/</a:t>
            </a:r>
            <a:endParaRPr lang="en-US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Rashmi, P. (2023, August 24). “Machine Learning Yearning” by Andrew Ng: Review. Medium.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https://medium.com/@prashmi.06/machine-learning-yearning-by-andrew-ng-review-ba62d4afdca9</a:t>
            </a:r>
            <a:endParaRPr lang="en-US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E123A-6A54-A2D4-4AC8-D9E7FCBB5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56EBA7-1AA0-5E81-EF3A-00B403035073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BD71C5-40FB-B22A-8678-C48526222453}"/>
              </a:ext>
            </a:extLst>
          </p:cNvPr>
          <p:cNvSpPr/>
          <p:nvPr/>
        </p:nvSpPr>
        <p:spPr>
          <a:xfrm>
            <a:off x="1094148" y="132450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You…</a:t>
            </a:r>
            <a:endParaRPr lang="en-US" sz="3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4FC0A2-0132-F21E-CD98-9A7C5052DA69}"/>
              </a:ext>
            </a:extLst>
          </p:cNvPr>
          <p:cNvSpPr txBox="1"/>
          <p:nvPr/>
        </p:nvSpPr>
        <p:spPr>
          <a:xfrm>
            <a:off x="3696744" y="1504349"/>
            <a:ext cx="46628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r>
              <a:rPr lang="en-US" sz="1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38664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590</Words>
  <Application>Microsoft Office PowerPoint</Application>
  <PresentationFormat>On-screen Show (16:9)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Tirumala Raju Killamsetti</cp:lastModifiedBy>
  <cp:revision>13</cp:revision>
  <dcterms:created xsi:type="dcterms:W3CDTF">2026-03-20T16:32:07Z</dcterms:created>
  <dcterms:modified xsi:type="dcterms:W3CDTF">2026-03-20T19:41:16Z</dcterms:modified>
</cp:coreProperties>
</file>